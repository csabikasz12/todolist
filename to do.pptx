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60" r:id="rId3"/>
    <p:sldId id="257" r:id="rId4"/>
    <p:sldId id="258" r:id="rId5"/>
    <p:sldId id="268" r:id="rId6"/>
    <p:sldId id="269" r:id="rId7"/>
    <p:sldId id="263" r:id="rId8"/>
    <p:sldId id="265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F5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 snapToObjects="1">
      <p:cViewPr varScale="1">
        <p:scale>
          <a:sx n="113" d="100"/>
          <a:sy n="113" d="100"/>
        </p:scale>
        <p:origin x="155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7051312-D412-4109-AD0D-168EC940B8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>
                <a:solidFill>
                  <a:srgbClr val="0070C0"/>
                </a:solidFill>
              </a:rPr>
              <a:t>To</a:t>
            </a:r>
            <a:r>
              <a:rPr lang="hu-HU" dirty="0">
                <a:solidFill>
                  <a:srgbClr val="0070C0"/>
                </a:solidFill>
              </a:rPr>
              <a:t> </a:t>
            </a:r>
            <a:r>
              <a:rPr lang="hu-HU" dirty="0" err="1">
                <a:solidFill>
                  <a:srgbClr val="0070C0"/>
                </a:solidFill>
              </a:rPr>
              <a:t>Do</a:t>
            </a:r>
            <a:endParaRPr lang="hu-HU" dirty="0">
              <a:solidFill>
                <a:srgbClr val="0070C0"/>
              </a:solidFill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DA69E0C-4238-4C34-BEEB-330A60E9FF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Mészáros Csaba Kisjuhász Roland</a:t>
            </a:r>
          </a:p>
        </p:txBody>
      </p:sp>
    </p:spTree>
    <p:extLst>
      <p:ext uri="{BB962C8B-B14F-4D97-AF65-F5344CB8AC3E}">
        <p14:creationId xmlns:p14="http://schemas.microsoft.com/office/powerpoint/2010/main" val="2174879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5000"/>
                </a:solidFill>
              </a:defRPr>
            </a:pPr>
            <a:r>
              <a:rPr dirty="0"/>
              <a:t>SWOT-</a:t>
            </a:r>
            <a:r>
              <a:rPr dirty="0" err="1"/>
              <a:t>analízis</a:t>
            </a:r>
            <a:endParaRPr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BCC91AC1-0E32-4F06-8845-BD9CD8A60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68" y="1627717"/>
            <a:ext cx="8077198" cy="4543424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B5A9D134-A8D2-4AC3-8582-8E60BBD8C83F}"/>
              </a:ext>
            </a:extLst>
          </p:cNvPr>
          <p:cNvSpPr txBox="1"/>
          <p:nvPr/>
        </p:nvSpPr>
        <p:spPr>
          <a:xfrm>
            <a:off x="1371600" y="2683933"/>
            <a:ext cx="2150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Csapatmunka</a:t>
            </a:r>
          </a:p>
          <a:p>
            <a:r>
              <a:rPr lang="hu-HU" dirty="0"/>
              <a:t>Tapasztalat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1CEA22F0-EDFF-4EC2-8D10-7F7F52B1E873}"/>
              </a:ext>
            </a:extLst>
          </p:cNvPr>
          <p:cNvSpPr txBox="1"/>
          <p:nvPr/>
        </p:nvSpPr>
        <p:spPr>
          <a:xfrm>
            <a:off x="5664200" y="2770717"/>
            <a:ext cx="22521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Lustaság</a:t>
            </a:r>
          </a:p>
          <a:p>
            <a:r>
              <a:rPr lang="hu-HU" dirty="0"/>
              <a:t>Szorgalom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64B3E63B-D114-44B7-8780-8DA75A3D9F3C}"/>
              </a:ext>
            </a:extLst>
          </p:cNvPr>
          <p:cNvSpPr txBox="1"/>
          <p:nvPr/>
        </p:nvSpPr>
        <p:spPr>
          <a:xfrm>
            <a:off x="5740400" y="4470929"/>
            <a:ext cx="1845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AI használat</a:t>
            </a:r>
          </a:p>
          <a:p>
            <a:endParaRPr lang="hu-HU" dirty="0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415E36BD-DE5F-4DC4-9D6C-C19D937C0F3D}"/>
              </a:ext>
            </a:extLst>
          </p:cNvPr>
          <p:cNvSpPr txBox="1"/>
          <p:nvPr/>
        </p:nvSpPr>
        <p:spPr>
          <a:xfrm>
            <a:off x="1854201" y="4158035"/>
            <a:ext cx="228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/>
              <a:t>Youtube</a:t>
            </a:r>
            <a:endParaRPr lang="hu-HU" dirty="0"/>
          </a:p>
          <a:p>
            <a:r>
              <a:rPr lang="hu-HU" dirty="0"/>
              <a:t>Y8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5000"/>
                </a:solidFill>
              </a:defRPr>
            </a:pPr>
            <a:r>
              <a:rPr lang="hu-HU" dirty="0"/>
              <a:t>Csapatmunka</a:t>
            </a:r>
            <a:endParaRPr dirty="0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5254EA3-1554-4CBD-88B6-3A71E1947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feladat során megosztottuk egymással az ötleteinket, és közösen döntöttünk arról, hogy mi kerüljön bele az</a:t>
            </a:r>
          </a:p>
          <a:p>
            <a:r>
              <a:rPr lang="hu-HU" dirty="0"/>
              <a:t>Hatékonyabban tudtunk együtt dolgozni, és mindenki hozzájárult a feladat sikeres megoldásához. elemzésbe.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5000"/>
                </a:solidFill>
              </a:defRPr>
            </a:pPr>
            <a:r>
              <a:rPr lang="hu-HU" dirty="0"/>
              <a:t>Munka megosztás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353733"/>
          </a:xfrm>
        </p:spPr>
        <p:txBody>
          <a:bodyPr/>
          <a:lstStyle/>
          <a:p>
            <a:r>
              <a:rPr lang="hu-HU" dirty="0"/>
              <a:t>Csaba: HTML kód és megvalósítás</a:t>
            </a:r>
          </a:p>
          <a:p>
            <a:r>
              <a:rPr lang="hu-HU" dirty="0" err="1"/>
              <a:t>Roli</a:t>
            </a:r>
            <a:r>
              <a:rPr lang="hu-HU" dirty="0"/>
              <a:t>: Tervezés és dokumentáció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1937B61-A434-4631-A053-418DB41F6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Snipet</a:t>
            </a:r>
            <a:r>
              <a:rPr lang="hu-HU" dirty="0"/>
              <a:t> 1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13F14022-CFC2-48AF-9383-044BF79705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4071" y="2256367"/>
            <a:ext cx="5355858" cy="2345266"/>
          </a:xfrm>
        </p:spPr>
      </p:pic>
    </p:spTree>
    <p:extLst>
      <p:ext uri="{BB962C8B-B14F-4D97-AF65-F5344CB8AC3E}">
        <p14:creationId xmlns:p14="http://schemas.microsoft.com/office/powerpoint/2010/main" val="2654400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6ED7C30-8FAB-4F85-A196-44883AE47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Snipet</a:t>
            </a:r>
            <a:r>
              <a:rPr lang="hu-HU" dirty="0"/>
              <a:t> 2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07366CC7-5F63-49A5-B1C8-4AE39258E1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8966" y="2415197"/>
            <a:ext cx="6606068" cy="2027605"/>
          </a:xfrm>
        </p:spPr>
      </p:pic>
    </p:spTree>
    <p:extLst>
      <p:ext uri="{BB962C8B-B14F-4D97-AF65-F5344CB8AC3E}">
        <p14:creationId xmlns:p14="http://schemas.microsoft.com/office/powerpoint/2010/main" val="1670991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461AF1F-EEF3-4420-A7A2-7AAF86696D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948268"/>
            <a:ext cx="7772400" cy="1676400"/>
          </a:xfrm>
        </p:spPr>
        <p:txBody>
          <a:bodyPr>
            <a:normAutofit/>
          </a:bodyPr>
          <a:lstStyle/>
          <a:p>
            <a:endParaRPr lang="hu-HU" sz="5400" b="1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1887CA76-6B6E-4F42-8384-44B2067CF4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17942E1B-2977-4E35-B913-7118B9C94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6739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85F1E57-E8DF-42CC-94B8-29787403F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6075363"/>
          </a:xfrm>
        </p:spPr>
        <p:txBody>
          <a:bodyPr>
            <a:normAutofit/>
          </a:bodyPr>
          <a:lstStyle/>
          <a:p>
            <a:r>
              <a:rPr lang="hu-HU" sz="7200" dirty="0"/>
              <a:t>VÉGE</a:t>
            </a:r>
          </a:p>
        </p:txBody>
      </p:sp>
    </p:spTree>
    <p:extLst>
      <p:ext uri="{BB962C8B-B14F-4D97-AF65-F5344CB8AC3E}">
        <p14:creationId xmlns:p14="http://schemas.microsoft.com/office/powerpoint/2010/main" val="7215784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</Words>
  <Application>Microsoft Office PowerPoint</Application>
  <PresentationFormat>Diavetítés a képernyőre (4:3 oldalarány)</PresentationFormat>
  <Paragraphs>19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To Do</vt:lpstr>
      <vt:lpstr>SWOT-analízis</vt:lpstr>
      <vt:lpstr>Csapatmunka</vt:lpstr>
      <vt:lpstr>Munka megosztás</vt:lpstr>
      <vt:lpstr>Snipet 1</vt:lpstr>
      <vt:lpstr>Snipet 2</vt:lpstr>
      <vt:lpstr>PowerPoint-bemutató</vt:lpstr>
      <vt:lpstr>VÉGE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Reccs faiskola</dc:title>
  <dc:subject/>
  <dc:creator>Kisjuhász Roland</dc:creator>
  <cp:keywords/>
  <dc:description>generated using python-pptx</dc:description>
  <cp:lastModifiedBy>Kisjuhász Roland</cp:lastModifiedBy>
  <cp:revision>18</cp:revision>
  <dcterms:created xsi:type="dcterms:W3CDTF">2013-01-27T09:14:16Z</dcterms:created>
  <dcterms:modified xsi:type="dcterms:W3CDTF">2026-03-05T08:29:53Z</dcterms:modified>
  <cp:category/>
</cp:coreProperties>
</file>